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1481" r:id="rId3"/>
    <p:sldId id="1483" r:id="rId4"/>
    <p:sldId id="1482" r:id="rId5"/>
    <p:sldId id="1486" r:id="rId6"/>
    <p:sldId id="1488" r:id="rId7"/>
    <p:sldId id="1489" r:id="rId8"/>
    <p:sldId id="1485" r:id="rId9"/>
    <p:sldId id="1484" r:id="rId10"/>
    <p:sldId id="1490" r:id="rId11"/>
    <p:sldId id="1496" r:id="rId12"/>
    <p:sldId id="1451" r:id="rId13"/>
    <p:sldId id="1480" r:id="rId14"/>
    <p:sldId id="131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1" autoAdjust="0"/>
    <p:restoredTop sz="94660"/>
  </p:normalViewPr>
  <p:slideViewPr>
    <p:cSldViewPr snapToGrid="0">
      <p:cViewPr varScale="1">
        <p:scale>
          <a:sx n="47" d="100"/>
          <a:sy n="47" d="100"/>
        </p:scale>
        <p:origin x="77" y="11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xplainpaper.com/" TargetMode="External"/><Relationship Id="rId2" Type="http://schemas.openxmlformats.org/officeDocument/2006/relationships/hyperlink" Target="https://scholar.google.com/scholar_labs/searc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space.com/" TargetMode="External"/><Relationship Id="rId4" Type="http://schemas.openxmlformats.org/officeDocument/2006/relationships/hyperlink" Target="https://www.perplexity.ai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heuristi.ca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pkin.ai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leonardo.ai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11580" y="191135"/>
            <a:ext cx="10151110" cy="1143000"/>
          </a:xfrm>
        </p:spPr>
        <p:txBody>
          <a:bodyPr/>
          <a:lstStyle/>
          <a:p>
            <a:r>
              <a:rPr lang="en-US" altLang="en-US" dirty="0"/>
              <a:t>Generative AI Tools</a:t>
            </a:r>
          </a:p>
        </p:txBody>
      </p:sp>
      <p:pic>
        <p:nvPicPr>
          <p:cNvPr id="118" name="Picture 117"/>
          <p:cNvPicPr/>
          <p:nvPr/>
        </p:nvPicPr>
        <p:blipFill>
          <a:blip r:embed="rId2"/>
          <a:stretch>
            <a:fillRect/>
          </a:stretch>
        </p:blipFill>
        <p:spPr>
          <a:xfrm>
            <a:off x="1456055" y="2082800"/>
            <a:ext cx="4503420" cy="47752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9" name="Picture 118"/>
          <p:cNvPicPr/>
          <p:nvPr/>
        </p:nvPicPr>
        <p:blipFill>
          <a:blip r:embed="rId3"/>
          <a:stretch>
            <a:fillRect/>
          </a:stretch>
        </p:blipFill>
        <p:spPr>
          <a:xfrm>
            <a:off x="5959475" y="2082165"/>
            <a:ext cx="4935855" cy="477583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Academic Papers databases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sym typeface="+mn-ea"/>
              </a:rPr>
              <a:t>semanticscholar.org</a:t>
            </a:r>
          </a:p>
          <a:p>
            <a:r>
              <a:rPr lang="en-US">
                <a:sym typeface="+mn-ea"/>
              </a:rPr>
              <a:t>openread.academy</a:t>
            </a:r>
            <a:endParaRPr lang="en-US"/>
          </a:p>
          <a:p>
            <a:r>
              <a:rPr lang="en-US"/>
              <a:t>https://consensus.app/search/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Literature / AI Search Engines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+mn-ea"/>
                <a:hlinkClick r:id="rId2"/>
              </a:rPr>
              <a:t>https://scholar.google.com/scholar_labs/search</a:t>
            </a:r>
            <a:r>
              <a:rPr lang="en-US" dirty="0">
                <a:sym typeface="+mn-ea"/>
              </a:rPr>
              <a:t> </a:t>
            </a:r>
          </a:p>
          <a:p>
            <a:r>
              <a:rPr lang="en-US" dirty="0">
                <a:sym typeface="+mn-ea"/>
              </a:rPr>
              <a:t>Explain Paper </a:t>
            </a:r>
            <a:r>
              <a:rPr lang="en-US" dirty="0">
                <a:sym typeface="+mn-ea"/>
                <a:hlinkClick r:id="rId3"/>
              </a:rPr>
              <a:t>https://www.explainpaper.com/</a:t>
            </a:r>
            <a:r>
              <a:rPr lang="en-US" dirty="0">
                <a:sym typeface="+mn-ea"/>
              </a:rPr>
              <a:t> </a:t>
            </a:r>
            <a:endParaRPr lang="en-US" dirty="0"/>
          </a:p>
          <a:p>
            <a:r>
              <a:rPr lang="en-US" dirty="0">
                <a:sym typeface="+mn-ea"/>
              </a:rPr>
              <a:t>Perplexity AI </a:t>
            </a:r>
            <a:r>
              <a:rPr lang="en-US" dirty="0">
                <a:sym typeface="+mn-ea"/>
                <a:hlinkClick r:id="rId4"/>
              </a:rPr>
              <a:t>https://www.perplexity.ai/</a:t>
            </a:r>
            <a:r>
              <a:rPr lang="en-US" dirty="0">
                <a:sym typeface="+mn-ea"/>
              </a:rPr>
              <a:t> </a:t>
            </a:r>
          </a:p>
          <a:p>
            <a:r>
              <a:rPr lang="en-US" dirty="0">
                <a:sym typeface="+mn-ea"/>
              </a:rPr>
              <a:t>SCISPACE </a:t>
            </a:r>
            <a:r>
              <a:rPr lang="en-US" dirty="0">
                <a:sym typeface="+mn-ea"/>
                <a:hlinkClick r:id="rId5"/>
              </a:rPr>
              <a:t>https://scispace.com/</a:t>
            </a:r>
            <a:r>
              <a:rPr lang="en-US" dirty="0">
                <a:sym typeface="+mn-ea"/>
              </a:rPr>
              <a:t> </a:t>
            </a:r>
          </a:p>
          <a:p>
            <a:r>
              <a:rPr lang="en-US" dirty="0">
                <a:sym typeface="+mn-ea"/>
                <a:hlinkClick r:id="rId3"/>
              </a:rPr>
              <a:t>https://www.explainpaper.com/</a:t>
            </a:r>
            <a:r>
              <a:rPr lang="en-US" dirty="0">
                <a:sym typeface="+mn-ea"/>
              </a:rPr>
              <a:t>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Mind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Concept Mind Maps </a:t>
            </a:r>
            <a:r>
              <a:rPr lang="en-US" dirty="0">
                <a:hlinkClick r:id="rId2"/>
              </a:rPr>
              <a:t>http://</a:t>
            </a:r>
            <a:r>
              <a:rPr lang="en-US" dirty="0">
                <a:sym typeface="+mn-ea"/>
                <a:hlinkClick r:id="rId2"/>
              </a:rPr>
              <a:t>heuristi.ca</a:t>
            </a:r>
            <a:r>
              <a:rPr lang="en-US" dirty="0">
                <a:sym typeface="+mn-ea"/>
              </a:rPr>
              <a:t> 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Review tools / writing assitance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r-EG" dirty="0" err="1">
                <a:sym typeface="+mn-ea"/>
              </a:rPr>
              <a:t>Quillbot</a:t>
            </a:r>
            <a:endParaRPr lang="ar-EG" dirty="0">
              <a:sym typeface="+mn-ea"/>
            </a:endParaRPr>
          </a:p>
          <a:p>
            <a:r>
              <a:rPr lang="en-US" dirty="0">
                <a:sym typeface="+mn-ea"/>
              </a:rPr>
              <a:t>jenni.ai</a:t>
            </a:r>
            <a:endParaRPr lang="en-US" dirty="0"/>
          </a:p>
          <a:p>
            <a:r>
              <a:rPr lang="en-US" dirty="0">
                <a:sym typeface="+mn-ea"/>
              </a:rPr>
              <a:t>semihuman.ai</a:t>
            </a:r>
          </a:p>
          <a:p>
            <a:r>
              <a:rPr lang="en-US" dirty="0"/>
              <a:t>paperpal.com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Talk to your data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powerdrill.ai</a:t>
            </a:r>
            <a:endParaRPr lang="en-US" dirty="0"/>
          </a:p>
          <a:p>
            <a:r>
              <a:rPr lang="en-US" dirty="0"/>
              <a:t>www.chatdb.ai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 ideation and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jeda.ai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Alternatives to GPT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ar-EG" dirty="0">
                <a:sym typeface="+mn-ea"/>
              </a:rPr>
              <a:t>claude.ai</a:t>
            </a:r>
            <a:endParaRPr lang="en-US" dirty="0">
              <a:sym typeface="+mn-ea"/>
            </a:endParaRPr>
          </a:p>
          <a:p>
            <a:r>
              <a:rPr lang="en-US" dirty="0"/>
              <a:t>Gemini</a:t>
            </a:r>
          </a:p>
          <a:p>
            <a:r>
              <a:rPr lang="en-US" dirty="0"/>
              <a:t>Qwen</a:t>
            </a:r>
          </a:p>
          <a:p>
            <a:r>
              <a:rPr lang="en-US" dirty="0" err="1"/>
              <a:t>Deepseek</a:t>
            </a:r>
            <a:r>
              <a:rPr lang="en-US" dirty="0"/>
              <a:t> </a:t>
            </a:r>
          </a:p>
          <a:p>
            <a:r>
              <a:rPr lang="en-US" dirty="0"/>
              <a:t>365 copilot </a:t>
            </a:r>
          </a:p>
          <a:p>
            <a:r>
              <a:rPr lang="en-US" dirty="0" err="1"/>
              <a:t>Grock</a:t>
            </a:r>
            <a:r>
              <a:rPr lang="en-US" dirty="0"/>
              <a:t> </a:t>
            </a:r>
          </a:p>
          <a:p>
            <a:r>
              <a:rPr lang="en-US" dirty="0"/>
              <a:t>Duck.ai </a:t>
            </a:r>
          </a:p>
          <a:p>
            <a:r>
              <a:rPr lang="en-US" dirty="0">
                <a:hlinkClick r:id="rId2"/>
              </a:rPr>
              <a:t>Napkin AI - The visual AI for business storytelling</a:t>
            </a:r>
            <a:r>
              <a:rPr lang="en-US" dirty="0"/>
              <a:t> </a:t>
            </a:r>
            <a:endParaRPr lang="ar-EG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Image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ar-EG" dirty="0">
                <a:sym typeface="+mn-ea"/>
              </a:rPr>
              <a:t>ideogram.ai</a:t>
            </a:r>
            <a:endParaRPr lang="ar-EG" dirty="0"/>
          </a:p>
          <a:p>
            <a:r>
              <a:rPr lang="ar-EG" dirty="0">
                <a:sym typeface="+mn-ea"/>
              </a:rPr>
              <a:t>canva.com</a:t>
            </a:r>
            <a:r>
              <a:rPr lang="en-US" altLang="ar-EG" dirty="0">
                <a:sym typeface="+mn-ea"/>
              </a:rPr>
              <a:t> </a:t>
            </a:r>
          </a:p>
          <a:p>
            <a:r>
              <a:rPr lang="en-US" dirty="0"/>
              <a:t>openart.ai </a:t>
            </a:r>
          </a:p>
          <a:p>
            <a:r>
              <a:rPr lang="en-US" dirty="0">
                <a:hlinkClick r:id="rId2"/>
              </a:rPr>
              <a:t>https://leonardo.ai/</a:t>
            </a:r>
            <a:endParaRPr lang="en-US" dirty="0"/>
          </a:p>
          <a:p>
            <a:r>
              <a:rPr lang="en-US" dirty="0"/>
              <a:t>Shutterstock: Best AI Art for Any Project</a:t>
            </a:r>
          </a:p>
          <a:p>
            <a:r>
              <a:rPr lang="en-US" dirty="0"/>
              <a:t>DALL-E 2: The Game-Changer </a:t>
            </a:r>
          </a:p>
          <a:p>
            <a:r>
              <a:rPr lang="en-US" dirty="0"/>
              <a:t>Hotpot: The Best Portrait Artist</a:t>
            </a:r>
          </a:p>
          <a:p>
            <a:r>
              <a:rPr lang="en-US" dirty="0" err="1"/>
              <a:t>NightCafe</a:t>
            </a:r>
            <a:r>
              <a:rPr lang="en-US" dirty="0"/>
              <a:t>: A Community at Your Fingertips</a:t>
            </a:r>
          </a:p>
          <a:p>
            <a:r>
              <a:rPr lang="en-US" dirty="0"/>
              <a:t>Deep Dream Generator: The Best for Surrealism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Video Generation Tools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haiper.ai </a:t>
            </a:r>
          </a:p>
          <a:p>
            <a:r>
              <a:rPr lang="en-US" dirty="0"/>
              <a:t>ai.invideo.io</a:t>
            </a:r>
          </a:p>
          <a:p>
            <a:r>
              <a:rPr lang="en-US" dirty="0" err="1"/>
              <a:t>Filmora</a:t>
            </a:r>
            <a:r>
              <a:rPr lang="en-US" dirty="0"/>
              <a:t>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AI Video Generators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https://invideo.io/blog/best-ai-video-generators/</a:t>
            </a:r>
          </a:p>
          <a:p>
            <a:pPr lvl="1"/>
            <a:r>
              <a:rPr lang="en-US"/>
              <a:t>Invideo AI: Generating videos from text prompts</a:t>
            </a:r>
          </a:p>
          <a:p>
            <a:pPr lvl="1"/>
            <a:r>
              <a:rPr lang="en-US"/>
              <a:t>Descript: Script-based video editing</a:t>
            </a:r>
          </a:p>
          <a:p>
            <a:pPr lvl="1"/>
            <a:r>
              <a:rPr lang="en-US"/>
              <a:t>Runway: Exploring generative AI for text-based video creation</a:t>
            </a:r>
          </a:p>
          <a:p>
            <a:pPr lvl="1"/>
            <a:r>
              <a:rPr lang="en-US"/>
              <a:t>Fliki: Making videos tailored specifically for social media</a:t>
            </a:r>
          </a:p>
          <a:p>
            <a:pPr lvl="1"/>
            <a:r>
              <a:rPr lang="en-US"/>
              <a:t>Visla: Making scripts into videos</a:t>
            </a:r>
          </a:p>
          <a:p>
            <a:pPr lvl="1"/>
            <a:r>
              <a:rPr lang="en-US"/>
              <a:t>Opus Clip: Turning long-form videos into short-form content</a:t>
            </a:r>
          </a:p>
          <a:p>
            <a:pPr lvl="1"/>
            <a:r>
              <a:rPr lang="en-US"/>
              <a:t>Colossyan: Creating videos for workplace learning</a:t>
            </a:r>
          </a:p>
          <a:p>
            <a:pPr lvl="1"/>
            <a:r>
              <a:rPr lang="en-US"/>
              <a:t>DeepBrain AI: Turning text into videos</a:t>
            </a:r>
          </a:p>
          <a:p>
            <a:pPr lvl="1"/>
            <a:r>
              <a:rPr lang="en-US"/>
              <a:t>Hour One: Creating medium to short-form videos</a:t>
            </a:r>
          </a:p>
          <a:p>
            <a:pPr lvl="1"/>
            <a:r>
              <a:rPr lang="en-US"/>
              <a:t>Synthesia: Mixing in digital avatars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Tools summary / comparison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https://guides.library.georgetown.edu/ai/tools</a:t>
            </a:r>
          </a:p>
          <a:p>
            <a:r>
              <a:rPr lang="en-US">
                <a:sym typeface="+mn-ea"/>
              </a:rPr>
              <a:t>https://huit.harvard.edu/ai/tools </a:t>
            </a:r>
          </a:p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directories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https://www.stork.ai/ </a:t>
            </a:r>
          </a:p>
          <a:p>
            <a:r>
              <a:rPr lang="en-US"/>
              <a:t>https://findmyaitool.com/</a:t>
            </a:r>
          </a:p>
          <a:p>
            <a:r>
              <a:rPr lang="en-US">
                <a:sym typeface="+mn-ea"/>
              </a:rPr>
              <a:t>https://www.futurepedia.io/</a:t>
            </a:r>
          </a:p>
          <a:p>
            <a:r>
              <a:rPr lang="en-US">
                <a:sym typeface="+mn-ea"/>
              </a:rPr>
              <a:t>https://www.aitoolhunt.com/</a:t>
            </a:r>
            <a:endParaRPr lang="en-US"/>
          </a:p>
          <a:p>
            <a:r>
              <a:rPr lang="en-US">
                <a:sym typeface="+mn-ea"/>
              </a:rPr>
              <a:t>https://aitoolsdirectory.com/</a:t>
            </a:r>
            <a:endParaRPr lang="en-US"/>
          </a:p>
          <a:p>
            <a:r>
              <a:rPr lang="en-US">
                <a:sym typeface="+mn-ea"/>
              </a:rPr>
              <a:t>https://www.theailibrary.co/directory</a:t>
            </a:r>
            <a:endParaRPr lang="en-US"/>
          </a:p>
          <a:p>
            <a:endParaRPr lang="en-US"/>
          </a:p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Q&amp;A</a:t>
            </a:r>
          </a:p>
        </p:txBody>
      </p:sp>
      <p:pic>
        <p:nvPicPr>
          <p:cNvPr id="120" name="Picture 119"/>
          <p:cNvPicPr/>
          <p:nvPr/>
        </p:nvPicPr>
        <p:blipFill>
          <a:blip r:embed="rId2"/>
          <a:stretch>
            <a:fillRect/>
          </a:stretch>
        </p:blipFill>
        <p:spPr>
          <a:xfrm>
            <a:off x="3786505" y="741045"/>
            <a:ext cx="5170170" cy="258000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1" name="Picture 120"/>
          <p:cNvPicPr/>
          <p:nvPr/>
        </p:nvPicPr>
        <p:blipFill>
          <a:blip r:embed="rId3"/>
          <a:stretch>
            <a:fillRect/>
          </a:stretch>
        </p:blipFill>
        <p:spPr>
          <a:xfrm>
            <a:off x="2470150" y="3375660"/>
            <a:ext cx="7802880" cy="292608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374</Words>
  <Application>Microsoft Office PowerPoint</Application>
  <PresentationFormat>Widescreen</PresentationFormat>
  <Paragraphs>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Generative AI Tools</vt:lpstr>
      <vt:lpstr>Academic Papers databases </vt:lpstr>
      <vt:lpstr>Review Literature / AI Search Engines </vt:lpstr>
      <vt:lpstr>Concept Mind Maps</vt:lpstr>
      <vt:lpstr>Review tools / writing assitance  </vt:lpstr>
      <vt:lpstr>Talk to your data </vt:lpstr>
      <vt:lpstr> ideation and decision-making</vt:lpstr>
      <vt:lpstr>Alternatives to GPT </vt:lpstr>
      <vt:lpstr>Image Generation</vt:lpstr>
      <vt:lpstr>Video Generation Tools </vt:lpstr>
      <vt:lpstr>Best AI Video Generators </vt:lpstr>
      <vt:lpstr>Tools summary / comparison </vt:lpstr>
      <vt:lpstr>AI directories 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Motaz K H SAAD</cp:lastModifiedBy>
  <cp:revision>372</cp:revision>
  <dcterms:created xsi:type="dcterms:W3CDTF">2024-07-10T06:40:00Z</dcterms:created>
  <dcterms:modified xsi:type="dcterms:W3CDTF">2025-11-23T16:03:20Z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87267F72C437478BB406411E457C4B18_13</vt:lpwstr>
  </property>
  <property fmtid="{D5CDD505-2E9C-101B-9397-08002B2CF9AE}" pid="3" name="KSOProductBuildVer">
    <vt:lpwstr>2057-12.2.0.19821</vt:lpwstr>
  </property>
</Properties>
</file>